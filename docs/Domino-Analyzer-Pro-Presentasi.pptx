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pembuka. Sebutkan bahwa ini alat bantu keputusan, bukan pengganti keputusan pemain.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Tiga masalah ini menjadi dasar seluruh desain aplikasi: catat bukti, hitung peluang, tampilkan ketidakpastian.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Tegaskan: aplikasi tidak tahu kartu lawan; ia menghitung peluang dari informasi yang Anda berikan.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Tiga kolom: mesin, pelacakan, antarmuka. Jangan membacakan semuanya; pilih dua-tiga yang paling relevan dengan audiens.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Pemisahan ini membuat mesin bisa diuji langsung dari terminal tanpa server, peramban, atau jaringan.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Semua perhitungan berat hanya di engine; UI murni menggambar. Satu sumber kebenaran untuk urutan kartu.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Sebutkan bahwa start.py menolak menjalankan server bila self-test mesin gagal: lebih baik menolak daripada memberi angka yang salah.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Setel aturan meja SEBELUM mencatat kartu: mengubahnya di tengah permainan membuat hasil sebelum dan sesudah tidak bisa dibandingkan.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Inti keputusan desain: pemain tidak boleh kehilangan gambaran besar hanya karena rantai sudah panjang.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Masukan cepat dibuat karena saat bermain, tangan fisik masih memegang kartu — mengetuk kisi 28 kartu terlalu lambat.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Tekankan: PASS adalah bukti keras. Satu PASS palsu membuat analisis berikutnya yakin pada hal yang salah. Catat hanya yang benar-benar terlihat.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Peta angka adalah alat penalaran tercepat yang bisa dipakai tanpa membaca satu pun statistik.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Undo dirancang konsisten supaya data pelacakan tidak pernah setengah jalan — sumber kesalahan yang halus.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Kunci: setiap angka ada 7 kartu — dasar peta angka dan semua perhitungan eliminasi.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Kartu sisa mati adalah informasi strategis yang jarang disadari pemain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Kesalahan paling umum: aplikasi disetel rata-rata padahal meja memakai mata terkecil. Seluruh angka lalu menyimpang.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Determinisme: seed sama -&gt; hasil identik. Ini yang membuat angka bisa diverifikasi ulang.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Rotasi profil adalah jawaban atas risiko overfitting: rekomendasi harus kuat melawan berbagai gaya, bukan hanya satu.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Inilah bagian yang membuat catatan PASS dan atribusi benar-benar mengubah hasil, bukan sekadar hiasan.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contoh nyata di slide berikutnya: peluang lebih tinggi bisa kalah peringkat karena menyisakan ujung berbahaya.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Angka ini keluaran mesin sungguhan (seed 20240922, 500 simulasi), bukan ilustrasi. Inilah inti argumen mengapa rankScore 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Ceritakan: cacat ditemukan saat menyusun dokumentasi karena contoh keluaran diperiksa satu per satu. Uji lama terlalu longgar untuk menangkapnya.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Ajarkan satu kebiasaan: baca peringkat #1, selangnya, dan alasannya — lalu baru putuskan.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Semakin disiplin mencatat, semakin tajam profil ini. Data lebih berharga daripada menambah simulasi.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Pesan utama: aplikasi ini dirancang supaya kesalahan statistik tidak bisa lolos diam-diam.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Semua ini hasil audit: setiap celah yang ditemukan menambah satu uji yang menjaganya.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Empat prinsip ini bisa dibawa ke meja tanpa membuka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bagian strategi dengan rutinitas ini; ajak audiens mengingat urutan empat langkahnya.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Bagian ini penting untuk kredibilitas: sebutkan batasan sebelum ditanya.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Sebutkan bahwa dokumentasi dan presentasi bisa dibangun ulang dari sumber Markdown — jadi tidak ada dua versi yang berbeda 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penutup. Ucapkan terima kasih dan buka sesi tanya jawab.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5400" b="1" i="0">
                <a:solidFill>
                  <a:srgbClr val="E6EDF3"/>
                </a:solidFill>
              </a:rPr>
              <a:t>Domino Analyzer 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8B949E"/>
                </a:solidFill>
              </a:rPr>
              <a:t>Analisis langkah domino dengan simulasi Monte-Carlo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069080"/>
            <a:ext cx="2011680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E6EDF3"/>
                </a:solidFill>
              </a:rPr>
              <a:t>by Dody Maulana Ramadhan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8B949E"/>
                </a:solidFill>
              </a:rPr>
              <a:t>Versi aplikasi v3.3 · engine 3.0.0  ·  presentasi dibangun 2026-10-12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LATAR BELAKANG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Masalah yang dipecahkan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2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Informasi tersembunyi terlalu banyak: 28 kartu, kita hanya tahu 7 di antaranya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Setiap PASS lawan membocorkan fakta penting — dan hampir selalu terbuang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Beda tipis antar langkah tidak bisa dibedakan dari keberuntungan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Menghitung peluang secara manual saat bermain tidak mungkin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RINGKAS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Apa itu Domino Analyzer Pro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3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Aplikasi analisis untuk domino 28 kartu (angka 0-6), 2 sampai 4 pemain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Anda masukkan kartu tangan, kartu di meja, PASS lawan, dan atribusi kartu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Mesin memainkan ribuan gim domino di dalam komputer untuk tiap langkah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Hasilnya: urutan langkah terbaik, peluang menang, dan alasannya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Semuanya berjalan lokal di komputer Anda — tanpa akun, tanpa data keluar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KEMAMPUAN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Fitur utama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4 /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707" y="1920240"/>
            <a:ext cx="3611880" cy="39319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58A6FF"/>
                </a:solidFill>
              </a:rPr>
              <a:t>Mesin analisis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Monte-Carlo per kandidat langkah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3 profil lawan AI yang dirotasi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Mode teliti (lawan tanpa derau)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Simulasi cangkul + kartu sisa mati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Interval keyakinan Wilson 95%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Deterministik: seed tetap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9907" y="1920240"/>
            <a:ext cx="3611880" cy="39319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58A6FF"/>
                </a:solidFill>
              </a:rPr>
              <a:t>Pelacakan lawan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PASS lawan -&gt; eliminasi angka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Atribusi kartu ke lawan tertentu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Kisi kemungkinan kartu per lawan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Profil kekayaan angka per lawan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Urutan giliran diperhitungkan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76107" y="1920240"/>
            <a:ext cx="3611880" cy="39319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58A6FF"/>
                </a:solidFill>
              </a:rPr>
              <a:t>Antarmuka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Papan bergaya ular, mengecil otomatis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Siluet rekomendasi di papan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Mode LIVE: analisis ulang otomatis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Undo timeline + simpan otomatis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Export/Import sesi (JSON)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</a:rPr>
              <a:t>· PWA: bisa dipasang, ada offline shell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CARA KERJA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Arsitektur: tiga lapisan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5 /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3520440" cy="22860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58A6FF"/>
                </a:solidFill>
              </a:rPr>
              <a:t>UI Web (web/)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E6EDF3"/>
                </a:solidFill>
              </a:rPr>
              <a:t>index.html, app.js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E6EDF3"/>
                </a:solidFill>
              </a:rPr>
              <a:t>styles.css, sw.js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E6EDF3"/>
                </a:solidFill>
              </a:rPr>
              <a:t>PWA + offline shell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33087" y="3017520"/>
            <a:ext cx="292608" cy="274320"/>
          </a:xfrm>
          <a:prstGeom prst="rightArrow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71416" y="2011680"/>
            <a:ext cx="3520440" cy="22860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3FB950"/>
                </a:solidFill>
              </a:rPr>
              <a:t>Server Python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E6EDF3"/>
                </a:solidFill>
              </a:rPr>
              <a:t>server/domino_server.py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E6EDF3"/>
                </a:solidFill>
              </a:rPr>
              <a:t>port 2024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E6EDF3"/>
                </a:solidFill>
              </a:rPr>
              <a:t>normalisasi + validasi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037576" y="3017520"/>
            <a:ext cx="292608" cy="274320"/>
          </a:xfrm>
          <a:prstGeom prst="rightArrow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75904" y="2011680"/>
            <a:ext cx="3520440" cy="22860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D29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D29A22"/>
                </a:solidFill>
              </a:rPr>
              <a:t>Engine C++20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E6EDF3"/>
                </a:solidFill>
              </a:rPr>
              <a:t>engine/domino_engine.cpp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E6EDF3"/>
                </a:solidFill>
              </a:rPr>
              <a:t>bin/domino_engine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E6EDF3"/>
                </a:solidFill>
              </a:rPr>
              <a:t>Monte-Carlo + ranking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DATA MENGALIR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Alur satu permintaan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6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E6EDF3"/>
                </a:solidFill>
              </a:rPr>
              <a:t>1. Aksi pengguna di UI (ketuk kartu / catat PASS)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E6EDF3"/>
                </a:solidFill>
              </a:rPr>
              <a:t>2. app.js menyusun JSON: tangan, papan, atribusi, aturan meja, seed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E6EDF3"/>
                </a:solidFill>
              </a:rPr>
              <a:t>3. POST /api/analyze: server menormalkan kunci kartu + memvalidasi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E6EDF3"/>
                </a:solidFill>
              </a:rPr>
              <a:t>4. Engine dijalankan: payload ke stdin, ribuan gim dimainkan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E6EDF3"/>
                </a:solidFill>
              </a:rPr>
              <a:t>5. Balasan JSON: moves[], opponents[], deadTiles[]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E6EDF3"/>
                </a:solidFill>
              </a:rPr>
              <a:t>6. UI menggambar ulang: glow rekomendasi, siluet, panel hasil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INSTALASI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Menjalankan aplikasi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7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B8D4FF"/>
                </a:solidFill>
                <a:latin typeface="Consolas"/>
              </a:rPr>
              <a:t>python start.py            # build engine + self-test + serve di :2024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B8D4FF"/>
                </a:solidFill>
                <a:latin typeface="Consolas"/>
              </a:rPr>
              <a:t>python start.py --check    # build + self-test saja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B8D4FF"/>
                </a:solidFill>
                <a:latin typeface="Consolas"/>
              </a:rPr>
              <a:t>python tools/build_engine.py --force    # bangun ulang mesin C++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B8D4FF"/>
                </a:solidFill>
                <a:latin typeface="Consolas"/>
              </a:rPr>
              <a:t>python tools/selftest.py                # 11 pemeriksaan mandiri mesin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B8D4FF"/>
                </a:solidFill>
                <a:latin typeface="Consolas"/>
              </a:rPr>
              <a:t>python tools/test_server.py             # 27 uji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 i="0">
                <a:solidFill>
                  <a:srgbClr val="8B949E"/>
                </a:solidFill>
              </a:rPr>
              <a:t>· Prasyarat: Python 3.10+ dan satu compiler C++20 (MSVC / g++ / clang++)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8B949E"/>
                </a:solidFill>
              </a:rPr>
              <a:t>· Buka http://127.0.0.1:2024 — server berjalan lokal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ANTARMUKA 1/5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Panel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8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Jumlah pemain (2/3/4) dan kartu per pemain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Simulasi per kartu: 500 sampai 5000 (bawaan 2000)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Main Setelah Saya: siapa yang bermain tepat setelah Anda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Adu: banding mata terkecil atau rata-rata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Seri dihitung menang atau kalah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Main cangkul? (sisa bisa disambar atau mati)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Mode teliti: lawan respons cerdas, lebih lambat tapi lebih akurat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ANTARMUKA 2/5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Papan bergaya 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9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Rantai disusun dalam baris bergantian arah (boustrophedon)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Kartu pertama berdiri tegak dan ditandai emas — pusat rantai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Kartu siku di tikungan digambar berdiri agar sambungan rapat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Ukuran kartu mengecil otomatis (sampai setengah) agar semua terlihat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Kartu pertama selalu diupayakan berada di tengah papan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Siluet biru menunjukkan tempat rekomendasi: di kepala atau kaki kartu pertama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ANTARMUKA 3/5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Tangan, modal kartu, dan masukan cepat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10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Kartu hijau = bisa dimainkan; abu-abu = belum bisa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Cincin biru berdenyut = kartu peringkat #1 dari analisis terakhir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Modal 28 kartu: ketuk untuk memilih atau membatalkan pilihan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Masukan cepat: dua kotak angka 0-6, urutan bebas, Enter untuk menambah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Mengetik kartu yang sudah ada = menghapusnya (bolak-balik)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Batas kartu per pemain ditegakkan dengan peringatan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ANTARMUKA 4/5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Pelacakan lawan &amp; atribusi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11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Tombol PASS / LEWAT: mencatat ujung meja saat lawan tidak bisa jalan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Efeknya: kedua angka ujung dihapus dari kemungkinan kartu lawan itu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Kartu sisa diklik -&gt; pilih lawan pemainnya (atribusi)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Kartu yang diatribusikan otomatis dieliminasi dari lawan lain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Kisi kemungkinan kartu per lawan; yang berkilau merah bisa dimainkan sekarang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Filter PASS menunjukkan berapa persen kemungkinan sudah dipersempit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ANTARMUKA 5/5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Peta angka &amp; kartu sisa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12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Peta angka: untuk tiap angka 0-6, berapa di tangan saya / sudah keluar / belum diketahui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Angka yang Anda kuasai 3 kali atau lebih ditandai dominan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Angka yang habis dari peredaran ditandai exhausted — meja akan macet di situ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Kartu sisa berubah perilaku sesuai pengaturan cangkul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Cangkul mati: ditampilkan kartu yang paling mungkin tidak pernah masuk permainan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ALUR KERJA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Mode LIVE, undo, dan sesi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13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LIVE aktif sejak aplikasi dibuka: analisis ulang setiap data berubah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Tombol yang sama untuk menjeda; perhitungan berjalan bisa dibatalkan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Permintaan baru saat analisis berjalan akan diantrekan, bukan ditumpuk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Undo memulihkan kartu, PASS lawan, dan atribusi sekaligus (100 langkah)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Simpan otomatis ke penyimpanan peramban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Export/Import sesi sebagai JSON, divalidasi ketat saat dibaca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ISTILAH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Dasar domino yang dipakai aplikasi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14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28 kartu: 21 kartu beda angka + 7 balak (angka kembar)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Nilai mata = jumlah kedua angka; balak 6-6 bernilai 12 (terbesar)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Setiap angka 0-6 muncul tepat 7 kali di seluruh set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Ujung meja: angka bebas di kiri dan kanan rantai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PASS: tidak ada kartu yang bisa disambungkan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Adu: permainan macet, pemenang ditentukan nilai mata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ATURAN MEJA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Cangkul dan sisa mati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15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Cangkul: pemain yang PASS menyambar kartu sisa sampai bisa main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Jumlah sisa = 28 - (pemain x kartu per pemain): 4 pemain x 7 = 0 sisa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Bila cangkul aktif, setiap sambaran yang terlihat sebaiknya diatribusikan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Bila cangkul mati, sisa tidak pernah masuk permainan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Mesin menghitung peluang tiap kartu berakhir di sisa (simulasi pembagian)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Angka yang banyak mati di sisa menjadi langka -&gt; meja lebih mudah macet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ATURAN MEJA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Adu dan konvensi meja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16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Adu terjadi bila semua pemain PASS dalam satu putaran penuh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Mata terkecil: nilai mata Anda dibandingkan nilai mata terkecil lawan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Rata-rata: dibandingkan rata-rata nilai mata semua lawan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Seri: bisa dihitung menang atau kalah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Pilihan ini mengubah seluruh angka peluang dan bar 'menang lewat adu'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Kartu besar dan balak adalah beban bila permainan mengarah ke adu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ISI MESIN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Mesin: Monte-Carlo per kandidat langkah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17 /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7987" y="2011680"/>
            <a:ext cx="2148840" cy="1051560"/>
          </a:xfrm>
          <a:prstGeom prst="roundRect">
            <a:avLst/>
          </a:prstGeom>
          <a:solidFill>
            <a:srgbClr val="161B22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6EDF3"/>
                </a:solidFill>
              </a:rPr>
              <a:t>Satu kandidat langkah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15971" y="2468880"/>
            <a:ext cx="164592" cy="201168"/>
          </a:xfrm>
          <a:prstGeom prst="rightArrow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9707" y="2011680"/>
            <a:ext cx="2148840" cy="1051560"/>
          </a:xfrm>
          <a:prstGeom prst="roundRect">
            <a:avLst/>
          </a:prstGeom>
          <a:solidFill>
            <a:srgbClr val="161B22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6EDF3"/>
                </a:solidFill>
              </a:rPr>
              <a:t>N pembagian kartu (batasan dihormati)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47691" y="2468880"/>
            <a:ext cx="164592" cy="201168"/>
          </a:xfrm>
          <a:prstGeom prst="rightArrow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1427" y="2011680"/>
            <a:ext cx="2148840" cy="1051560"/>
          </a:xfrm>
          <a:prstGeom prst="roundRect">
            <a:avLst/>
          </a:prstGeom>
          <a:solidFill>
            <a:srgbClr val="161B22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6EDF3"/>
                </a:solidFill>
              </a:rPr>
              <a:t>N gim penuh dimainkan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79411" y="2468880"/>
            <a:ext cx="164592" cy="201168"/>
          </a:xfrm>
          <a:prstGeom prst="rightArrow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53147" y="2011680"/>
            <a:ext cx="2148840" cy="1051560"/>
          </a:xfrm>
          <a:prstGeom prst="roundRect">
            <a:avLst/>
          </a:prstGeom>
          <a:solidFill>
            <a:srgbClr val="161B22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6EDF3"/>
                </a:solidFill>
              </a:rPr>
              <a:t>Agregasi hasil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511131" y="2468880"/>
            <a:ext cx="164592" cy="201168"/>
          </a:xfrm>
          <a:prstGeom prst="rightArrow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84867" y="2011680"/>
            <a:ext cx="2148840" cy="1051560"/>
          </a:xfrm>
          <a:prstGeom prst="roundRect">
            <a:avLst/>
          </a:prstGeom>
          <a:solidFill>
            <a:srgbClr val="161B22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6EDF3"/>
                </a:solidFill>
              </a:rPr>
              <a:t>rankScore + interval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661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E6EDF3"/>
                </a:solidFill>
              </a:rPr>
              <a:t>· Setiap ulangan memakai pembagian kartu dan gaya lawan yang berbeda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E6EDF3"/>
                </a:solidFill>
              </a:rPr>
              <a:t>· Konservasi kartu diverifikasi setiap gim (28 kartu tidak boleh berubah)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E6EDF3"/>
                </a:solidFill>
              </a:rPr>
              <a:t>· Batas 300 giliran menjamin simulasi selalu berhenti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ISI MESIN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Tiga profil lawan + mode teliti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18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Blocker: menyisakan ujung sepi, membuat lawan PASS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Hoarder: menyimpan kartu dari angka kuatnya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Dumper: cepat membuang kartu besar dan balak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Profil dirotasi antar simulasi -&gt; rekomendasi tidak terjebak satu gaya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Mode teliti: lawan yang bermain tepat setelah Anda bermain ketat tanpa derau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Efeknya: estimasi lebih konservatif, seperti melawan lawan tanpa kesalahan bodoh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ISI MESIN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Pembagian kartu yang sadar batasan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19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Prioritas 0: kartu yang PASTI milik lawan (atribusi Anda) dipaksa masuk ke tangannya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Prioritas 1: kartu berangka yang di-PASS lawan dibuang dari undian untuknya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Prioritas 2: bila kuota mustahil dipenuhi, batasan dilepas dan dicatat sebagai fallback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Lawan dengan batasan paling ketat dilayani lebih dulu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Bila atribusi bertentangan dengan bukti PASS, bukti PASS yang menang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Fallback dilaporkan, bukan disembunyikan: sekitar 57 dari 400 skenario acak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ISI MESIN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rankScore: satu sumber kebenaran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20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</a:rPr>
              <a:t>winRate x 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1783080"/>
            <a:ext cx="6035040" cy="201168"/>
          </a:xfrm>
          <a:prstGeom prst="round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</a:rPr>
              <a:t>domSupport x 0,6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167128"/>
            <a:ext cx="3621024" cy="201168"/>
          </a:xfrm>
          <a:prstGeom prst="round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0545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</a:rPr>
              <a:t>trapScore x 0,8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551176"/>
            <a:ext cx="4828032" cy="201168"/>
          </a:xfrm>
          <a:prstGeom prst="round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950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</a:rPr>
              <a:t>blockScore x 0,7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2935224"/>
            <a:ext cx="4224528" cy="201168"/>
          </a:xfrm>
          <a:prstGeom prst="roundRect">
            <a:avLst/>
          </a:prstGeom>
          <a:solidFill>
            <a:srgbClr val="D2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735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</a:rPr>
              <a:t>deadlock x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3319272"/>
            <a:ext cx="1207008" cy="201168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</a:rPr>
              <a:t>guaranteedBlocks x 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3703320"/>
            <a:ext cx="482803" cy="201168"/>
          </a:xfrm>
          <a:prstGeom prst="round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4164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</a:rPr>
              <a:t>avgOppPasses x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4087368"/>
            <a:ext cx="181051" cy="201168"/>
          </a:xfrm>
          <a:prstGeom prst="round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2569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</a:rPr>
              <a:t>safetyRatio x 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4471416"/>
            <a:ext cx="1810512" cy="201168"/>
          </a:xfrm>
          <a:prstGeom prst="roundRect">
            <a:avLst/>
          </a:prstGeom>
          <a:solidFill>
            <a:srgbClr val="B47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80974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</a:rPr>
              <a:t>selfTrap x -0,5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77639" y="4855464"/>
            <a:ext cx="3017520" cy="201168"/>
          </a:xfrm>
          <a:prstGeom prst="round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937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</a:rPr>
              <a:t>riskScore x -0,5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39" y="5239512"/>
            <a:ext cx="3017520" cy="201168"/>
          </a:xfrm>
          <a:prstGeom prst="roundRect">
            <a:avLst/>
          </a:prstGeom>
          <a:solidFill>
            <a:srgbClr val="9B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6235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8B949E"/>
                </a:solidFill>
              </a:rPr>
              <a:t>· Peluang menang berbobot paling besar: komponen taktis hanya memisahkan langkah yang berdekatan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8B949E"/>
                </a:solidFill>
              </a:rPr>
              <a:t>· Formula ini empat baris kode di mesin, bukan skor rahasia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BUKTI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Contoh nyata: peluang vs bentuk permainan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21 / 31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83080"/>
          <a:ext cx="108813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3200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6EDF3"/>
                          </a:solidFill>
                        </a:rPr>
                        <a:t>Kartu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6EDF3"/>
                          </a:solidFill>
                        </a:rPr>
                        <a:t>Ujung baru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6EDF3"/>
                          </a:solidFill>
                        </a:rPr>
                        <a:t>Peluang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6EDF3"/>
                          </a:solidFill>
                        </a:rPr>
                        <a:t>Selang 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6EDF3"/>
                          </a:solidFill>
                        </a:rPr>
                        <a:t>rankScore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6EDF3"/>
                          </a:solidFill>
                        </a:rPr>
                        <a:t>Jerat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6EDF3"/>
                          </a:solidFill>
                        </a:rPr>
                        <a:t>Jebakan diri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3-6 (kiri)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6 |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69,2%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65,0-73,1%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84,2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2-3 (kiri)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2 |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71,2%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67,1-75,0%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60,4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6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1-5 (kanan)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3 |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60,0%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55,6-64,2%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51,3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9D1D9"/>
                          </a:solidFill>
                        </a:rPr>
                        <a:t>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29000"/>
            <a:ext cx="10881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 i="0">
                <a:solidFill>
                  <a:srgbClr val="8B949E"/>
                </a:solidFill>
              </a:rPr>
              <a:t>· 2-3 punya peluang menang lebih tinggi, tetapi #1 adalah 3-6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8B949E"/>
                </a:solidFill>
              </a:rPr>
              <a:t>· Alasannya: 3-6 memasang jerat angka dominan 6 dan tidak menyisakan ujung berbahaya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8B949E"/>
                </a:solidFill>
              </a:rPr>
              <a:t>· Selang kedua kartu saling menumpuk -&gt; beda 2 poin persen itu bukan sinyal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KEJUJURAN STATISTIK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Interval keyakinan Wilson 95%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22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Setiap peluang menang disertai selang: rentang nilai yang masuk akal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Lebar selang menyempit mengikuti akar jumlah simulasi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200 simulasi: lebar sekitar 13,7 poin; 2000: 4,4 poin; 5000: 2,8 poin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Dua langkah hanya berbeda nyata bila selangnya tidak bertumpuk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Rumus ini pernah salah dan selalu menghasilkan 0-100%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Sudah diperbaiki, dan kini dijaga oleh pemeriksaan mandiri khusus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PANDUAN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Membaca panel hasil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23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Peringkat kartu, ujung baru yang dihasilkan, dan lencana status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Kotak statistik: Win, Jerat, Kunci, Lawan Pass, Sisa Mata, Risk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Bar: peluang menang (+selang), menang lewat adu, kekuatan jerat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Mode kartu pertama: bar keamanan putaran 2 dan daftar kartu yang bisa dimainkan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Kotak strategi: alasan jerat, kunci, jebakan diri — dalam bahasa manusia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Blok terjamin: lawan yang PASTI mati menurut data PASS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PANDUAN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Kartu berbahaya &amp; profil lawan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24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Kartu berbahaya: lima kartu yang paling sering muncul di tangan lawan pada gim yang Anda kalahi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Tafsirkan sebagai 'alat kekalahan', bukan 'kartu yang pasti dipegang lawan'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Profil lawan: perkiraan angka yang ia kuasai, jumlah kartu, persentase keyakinan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Perkiraan jumlah balak di tangan lawan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Kolam kemungkinan menyempit seiring bertambahnya PASS yang Anda catat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Balasan untuk pertanyaan 'apa yang paling mungkin dipegang lawan?'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KUALITAS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Pengujian dan jaminan kualitas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25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11 pemeriksaan mandiri mesin (deck, parser, determinisme, konservasi, cangkul, ranking, aturan adu, atribusi, interval)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27 uji server: normalisasi, validasi, endpoint, dan kontrak keamanan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Kontrak yang dijaga: ok:false selalu berpasangan dengan status bukan 200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CI menjalankan tiga pekerjaan: Linux g++, Windows MSVC, dan server tanpa mesin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Konservasi kartu diverifikasi pada setiap simulasi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Determinisme bisa dibuktikan sendiri: jalankan dua kali, bandingkan keluaran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KUALITAS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Keamanan dan ketahanan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26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Header keamanan: nosniff, no-referrer, CSP ketat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Penyajian berkas dibatasi di dalam folder web/ (anti path traversal)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Hanya application/json yang diterima; Origin lintas situs ditolak (CSRF)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Batas ukuran isi 1 MiB; permintaan rusak dijawab 400 yang rapi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Pesan galat tidak pernah memantulkan masukan pengguna (anti XSS)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APP_TOKEN opsional dengan perbandingan waktu-konstan; batas numSims mencegah pembebanan CPU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Data sesi impor divalidasi sebelum dipercaya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STRATEGI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Empat prinsip strategi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27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1. Kuasai satu ANGKA, bukan tujuh kartu — hitung angka, bukan nilai mata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2. Ujung meja adalah alat: setiap langkah memilih soal untuk lawan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3. Informasi adalah mata uang: satu PASS bernilai lebih dari satu kartu bagus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4. Jangan mengadu kecuali tangan Anda ringan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Jerat: menyisakan angka dominan agar lawan terpaksa membuka jalan Anda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Kunci: meninggalkan ujung yang hanya Anda miliki aksesnya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STRATEGI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Rutinitas satu langkah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28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E6EDF3"/>
                </a:solidFill>
              </a:rPr>
              <a:t>1. Perbarui data dulu (kartu lawan, PASS)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E6EDF3"/>
                </a:solidFill>
              </a:rPr>
              <a:t>2. Baca peringkat #1 + selang + alasan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E6EDF3"/>
                </a:solidFill>
              </a:rPr>
              <a:t>3. Periksa keamanan putaran 2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E6EDF3"/>
                </a:solidFill>
              </a:rPr>
              <a:t>4. Cocokkan dengan pengamatan meja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 i="0">
                <a:solidFill>
                  <a:srgbClr val="8B949E"/>
                </a:solidFill>
              </a:rPr>
              <a:t>· Data lama menghasilkan analisis yang salah — urutan ini penting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8B949E"/>
                </a:solidFill>
              </a:rPr>
              <a:t>· Bila rekomendasi bertentangan dengan pengamatan, biasanya data yang kurang lengkap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8B949E"/>
                </a:solidFill>
              </a:rPr>
              <a:t>· Angka tidak menggantikan kepekaan; ia menutup celah yang sulit ditutup manusia: menghitung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BATASAN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Yang belum ada / batasan jujur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29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Lawan di simulasi heuristik, bukan manusia sungguhan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Pembagian kartu mengasumsikan keacakan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Konvensi meja harus benar, kalau tidak seluruh angka menyimpang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Belum ada uji otomatis untuk tata letak antarmuka dan interaksi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Belum ada tolok ukur kinerja di CI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Proyek belum menyertakan berkas lisensi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Tidak mengintip kartu lawan: kualitas hasil sepenuhnya bergantung pada data yang Anda masukkan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 i="0">
                <a:solidFill>
                  <a:srgbClr val="58A6FF"/>
                </a:solidFill>
              </a:rPr>
              <a:t>HASIL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 i="0">
                <a:solidFill>
                  <a:srgbClr val="E6EDF3"/>
                </a:solidFill>
              </a:rPr>
              <a:t>Dokumentasi lengkap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1463040" cy="411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 i="0">
                <a:solidFill>
                  <a:srgbClr val="8B949E"/>
                </a:solidFill>
              </a:rPr>
              <a:t>Domino Analyzer Pro · by Dody Maulana Ramadhan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8B949E"/>
                </a:solidFill>
              </a:rPr>
              <a:t>30 /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Buku: docs/Domino-Analyzer-Pro-Dokumentasi.pdf (68 halaman, 9 diagram vektor)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Markdown: docs/Domino-Analyzer-Pro-Dokumentasi.md (sumber 10 bagian di docs/src/)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DOCX: versi yang bisa diedit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Presentasi: docs/Domino-Analyzer-Pro-Presentasi.pptx (slide ini)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Dibangun ulang dengan: python tools/build_docs.py dan python tools/build_deck.py</a:t>
            </a:r>
          </a:p>
          <a:p>
            <a:pPr>
              <a:spcAft>
                <a:spcPts val="1100"/>
              </a:spcAft>
            </a:pPr>
            <a:r>
              <a:rPr sz="1650" b="0" i="0">
                <a:solidFill>
                  <a:srgbClr val="E6EDF3"/>
                </a:solidFill>
              </a:rPr>
              <a:t>· Setiap angka contoh di buku berasal dari eksekusi mesin yang sesungguhnya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400" b="1" i="0">
                <a:solidFill>
                  <a:srgbClr val="E6EDF3"/>
                </a:solidFill>
              </a:rPr>
              <a:t>Terima kasih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 i="0">
                <a:solidFill>
                  <a:srgbClr val="58A6FF"/>
                </a:solidFill>
              </a:rPr>
              <a:t>by Dody Maulana Ramadhan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E6EDF3"/>
                </a:solidFill>
              </a:rPr>
              <a:t>· Domino Analyzer Pro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8B949E"/>
                </a:solidFill>
              </a:rPr>
              <a:t>· Versi aplikasi v3.3 · engine 3.0.0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8B949E"/>
                </a:solidFill>
              </a:rPr>
              <a:t>· Panduan pemakaian, penjelasan mesin, rujukan API, dan strategi bermain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8B949E"/>
                </a:solidFill>
              </a:rPr>
              <a:t>· Analisis langkah domino 28 kartu dengan simulasi Monte-Carlo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